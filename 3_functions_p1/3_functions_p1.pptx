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74" r:id="rId3"/>
    <p:sldId id="291" r:id="rId4"/>
    <p:sldId id="292" r:id="rId5"/>
    <p:sldId id="294" r:id="rId6"/>
    <p:sldId id="297" r:id="rId7"/>
    <p:sldId id="295" r:id="rId8"/>
    <p:sldId id="296" r:id="rId9"/>
    <p:sldId id="300" r:id="rId10"/>
    <p:sldId id="299" r:id="rId11"/>
    <p:sldId id="301" r:id="rId12"/>
    <p:sldId id="303" r:id="rId13"/>
    <p:sldId id="302" r:id="rId14"/>
    <p:sldId id="29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 Veyler" initials="AV" lastIdx="1" clrIdx="0">
    <p:extLst>
      <p:ext uri="{19B8F6BF-5375-455C-9EA6-DF929625EA0E}">
        <p15:presenceInfo xmlns:p15="http://schemas.microsoft.com/office/powerpoint/2012/main" userId="3d9934d1e83c21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30" autoAdjust="0"/>
  </p:normalViewPr>
  <p:slideViewPr>
    <p:cSldViewPr snapToGrid="0">
      <p:cViewPr varScale="1">
        <p:scale>
          <a:sx n="109" d="100"/>
          <a:sy n="109" d="100"/>
        </p:scale>
        <p:origin x="126" y="10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5437-F444-4613-A039-4AD69D91C86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B29-8E86-49C7-96F5-7C9D72076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8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5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920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205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67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752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028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293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858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6318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9216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287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8076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7264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56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0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1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9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D01-7D49-4F37-AA30-F04C65571A4A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7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151883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3_functions_p1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76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8DAFB43F-BA5C-4E48-A4AC-FE315034A772}"/>
              </a:ext>
            </a:extLst>
          </p:cNvPr>
          <p:cNvSpPr txBox="1">
            <a:spLocks/>
          </p:cNvSpPr>
          <p:nvPr/>
        </p:nvSpPr>
        <p:spPr>
          <a:xfrm>
            <a:off x="4451116" y="374456"/>
            <a:ext cx="328976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Functions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CD4F7-C21A-44C7-A689-4AC7064A25A4}"/>
              </a:ext>
            </a:extLst>
          </p:cNvPr>
          <p:cNvSpPr txBox="1"/>
          <p:nvPr/>
        </p:nvSpPr>
        <p:spPr>
          <a:xfrm>
            <a:off x="897549" y="1962834"/>
            <a:ext cx="1039689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Функция</a:t>
            </a:r>
            <a:r>
              <a:rPr lang="ru-RU" sz="2400" dirty="0"/>
              <a:t> — это именованный блок кода для решения задачи, который можно повторно использовать</a:t>
            </a:r>
            <a:endParaRPr lang="en-US" sz="2400" dirty="0"/>
          </a:p>
          <a:p>
            <a:endParaRPr lang="en-US" sz="2400" dirty="0"/>
          </a:p>
          <a:p>
            <a:r>
              <a:rPr lang="ru-RU" sz="2400" b="1" dirty="0"/>
              <a:t>Функции</a:t>
            </a:r>
            <a:r>
              <a:rPr lang="ru-RU" sz="2400" dirty="0"/>
              <a:t> позволяют: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/>
              <a:t>Избегать повторения кода</a:t>
            </a:r>
            <a:r>
              <a:rPr lang="ru-RU" sz="2400" dirty="0"/>
              <a:t>. Написали блок кода один раз - используете его везде сколько угодно раз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 err="1"/>
              <a:t>Структуирование</a:t>
            </a:r>
            <a:r>
              <a:rPr lang="ru-RU" sz="2400" dirty="0"/>
              <a:t>. Программу можно разбить на логические части, увеличивает читаемость.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/>
              <a:t>Проще искать </a:t>
            </a:r>
            <a:r>
              <a:rPr lang="ru-RU" sz="2400" dirty="0"/>
              <a:t>и исправлять </a:t>
            </a:r>
            <a:r>
              <a:rPr lang="ru-RU" sz="2400" b="1" dirty="0"/>
              <a:t>ошибки</a:t>
            </a:r>
            <a:r>
              <a:rPr lang="ru-RU" sz="2400" dirty="0"/>
              <a:t> в небольших блоках (функциях) чем бегать по всей программе</a:t>
            </a:r>
          </a:p>
        </p:txBody>
      </p:sp>
    </p:spTree>
    <p:extLst>
      <p:ext uri="{BB962C8B-B14F-4D97-AF65-F5344CB8AC3E}">
        <p14:creationId xmlns:p14="http://schemas.microsoft.com/office/powerpoint/2010/main" val="3090995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82E840-6140-4102-BDD5-BD36938B4A53}"/>
              </a:ext>
            </a:extLst>
          </p:cNvPr>
          <p:cNvSpPr txBox="1"/>
          <p:nvPr/>
        </p:nvSpPr>
        <p:spPr>
          <a:xfrm>
            <a:off x="542926" y="664215"/>
            <a:ext cx="60974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functionName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(arguments)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function body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(value);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6A6DF5-B766-4731-B8E6-CF46943A2768}"/>
              </a:ext>
            </a:extLst>
          </p:cNvPr>
          <p:cNvSpPr txBox="1"/>
          <p:nvPr/>
        </p:nvSpPr>
        <p:spPr>
          <a:xfrm>
            <a:off x="5433646" y="1487195"/>
            <a:ext cx="665797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типВозвращаемогоЗначения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имяФункции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(Аргументы) {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Тело функции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(Возвращаемое значение);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18EFD-C118-4686-BCBB-6094258134DF}"/>
              </a:ext>
            </a:extLst>
          </p:cNvPr>
          <p:cNvSpPr txBox="1"/>
          <p:nvPr/>
        </p:nvSpPr>
        <p:spPr>
          <a:xfrm>
            <a:off x="382829" y="2951311"/>
            <a:ext cx="111977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Тип возвращаемого значения</a:t>
            </a:r>
            <a:endParaRPr lang="ru-RU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 err="1"/>
              <a:t>int</a:t>
            </a:r>
            <a:r>
              <a:rPr lang="ru-RU" sz="2400" dirty="0"/>
              <a:t> - вернет целое число;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 err="1"/>
              <a:t>float</a:t>
            </a:r>
            <a:r>
              <a:rPr lang="ru-RU" sz="2400" dirty="0"/>
              <a:t>/</a:t>
            </a:r>
            <a:r>
              <a:rPr lang="ru-RU" sz="2400" dirty="0" err="1"/>
              <a:t>double</a:t>
            </a:r>
            <a:r>
              <a:rPr lang="ru-RU" sz="2400" dirty="0"/>
              <a:t> - вернет вещественное число;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 err="1"/>
              <a:t>void</a:t>
            </a:r>
            <a:r>
              <a:rPr lang="ru-RU" sz="2400" dirty="0"/>
              <a:t> - ничего не вернет;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Имя функции </a:t>
            </a:r>
            <a:r>
              <a:rPr lang="ru-RU" sz="2400" dirty="0"/>
              <a:t>- имя нашего блока кода;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Аргументы</a:t>
            </a:r>
            <a:r>
              <a:rPr lang="ru-RU" sz="2400" dirty="0"/>
              <a:t> в круглых скобках, это входные данные в наш блок, могут быть пустыми;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Тело функции </a:t>
            </a:r>
            <a:r>
              <a:rPr lang="ru-RU" sz="2400" dirty="0"/>
              <a:t>в фигурных скобках {}. Это и есть блок кода с инструкциями;  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/>
              <a:t>return</a:t>
            </a:r>
            <a:r>
              <a:rPr lang="ru-RU" sz="2400" dirty="0"/>
              <a:t> – вернуть</a:t>
            </a:r>
            <a:r>
              <a:rPr lang="en-US" sz="2400" dirty="0"/>
              <a:t>.</a:t>
            </a:r>
            <a:r>
              <a:rPr lang="ru-RU" sz="2400" dirty="0"/>
              <a:t> Значение, которое функция отдаст как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324392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F6BD1E5-77FC-4B8D-A640-4F86539A9D54}"/>
              </a:ext>
            </a:extLst>
          </p:cNvPr>
          <p:cNvSpPr txBox="1"/>
          <p:nvPr/>
        </p:nvSpPr>
        <p:spPr>
          <a:xfrm>
            <a:off x="2845045" y="1378004"/>
            <a:ext cx="60974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4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+ b;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B2644-EF45-44CF-9788-8D2D64AA7051}"/>
              </a:ext>
            </a:extLst>
          </p:cNvPr>
          <p:cNvSpPr txBox="1"/>
          <p:nvPr/>
        </p:nvSpPr>
        <p:spPr>
          <a:xfrm>
            <a:off x="1514109" y="4512603"/>
            <a:ext cx="98543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Имя функции – </a:t>
            </a:r>
            <a:r>
              <a:rPr lang="ru-RU" sz="3200" b="1" dirty="0" err="1"/>
              <a:t>sum</a:t>
            </a:r>
            <a:r>
              <a:rPr lang="ru-RU" sz="3200" dirty="0"/>
              <a:t>, возвращает тип данных</a:t>
            </a:r>
            <a:r>
              <a:rPr lang="en-US" sz="3200" dirty="0"/>
              <a:t> int.</a:t>
            </a:r>
          </a:p>
          <a:p>
            <a:r>
              <a:rPr lang="ru-RU" sz="3200" dirty="0"/>
              <a:t>На вход принимает два </a:t>
            </a:r>
            <a:r>
              <a:rPr lang="ru-RU" sz="3200" dirty="0" err="1"/>
              <a:t>int</a:t>
            </a:r>
            <a:r>
              <a:rPr lang="ru-RU" sz="3200" dirty="0"/>
              <a:t> аргумента - </a:t>
            </a:r>
            <a:r>
              <a:rPr lang="ru-RU" sz="3200" b="1" dirty="0"/>
              <a:t>a и b. </a:t>
            </a:r>
            <a:endParaRPr lang="en-US" sz="3200" b="1" dirty="0"/>
          </a:p>
          <a:p>
            <a:r>
              <a:rPr lang="ru-RU" sz="3200" b="1" dirty="0"/>
              <a:t>Тип данных прописываем для каждой переменной!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019865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022C0C6B-A957-4077-8F10-561143CF8728}"/>
              </a:ext>
            </a:extLst>
          </p:cNvPr>
          <p:cNvSpPr txBox="1">
            <a:spLocks/>
          </p:cNvSpPr>
          <p:nvPr/>
        </p:nvSpPr>
        <p:spPr>
          <a:xfrm>
            <a:off x="3736730" y="251364"/>
            <a:ext cx="402173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Function call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3C11D6-6F23-401D-8FAB-1EF2ED6A55D7}"/>
              </a:ext>
            </a:extLst>
          </p:cNvPr>
          <p:cNvSpPr txBox="1"/>
          <p:nvPr/>
        </p:nvSpPr>
        <p:spPr>
          <a:xfrm>
            <a:off x="2266583" y="2587079"/>
            <a:ext cx="76588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en-US" sz="4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4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4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4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81051-208A-4A74-B866-E45A7EAFB304}"/>
              </a:ext>
            </a:extLst>
          </p:cNvPr>
          <p:cNvSpPr txBox="1"/>
          <p:nvPr/>
        </p:nvSpPr>
        <p:spPr>
          <a:xfrm>
            <a:off x="1061303" y="4147028"/>
            <a:ext cx="1006939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Для вызова любой функции мы используем имя этой функции и передаем в круглых скобках аргументы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Для получения возвращаемого результата в переменную пишем знак равно</a:t>
            </a:r>
          </a:p>
        </p:txBody>
      </p:sp>
    </p:spTree>
    <p:extLst>
      <p:ext uri="{BB962C8B-B14F-4D97-AF65-F5344CB8AC3E}">
        <p14:creationId xmlns:p14="http://schemas.microsoft.com/office/powerpoint/2010/main" val="2072549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F6BD1E5-77FC-4B8D-A640-4F86539A9D54}"/>
              </a:ext>
            </a:extLst>
          </p:cNvPr>
          <p:cNvSpPr txBox="1"/>
          <p:nvPr/>
        </p:nvSpPr>
        <p:spPr>
          <a:xfrm>
            <a:off x="2036151" y="1562496"/>
            <a:ext cx="87959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 = a + b;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3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r>
              <a:rPr lang="pt-BR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"sum = </a:t>
            </a:r>
            <a:r>
              <a:rPr lang="pt-BR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pt-BR" sz="3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pt-BR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pt-B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  <a:endParaRPr lang="ru-RU" sz="3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…</a:t>
            </a:r>
            <a:endParaRPr lang="pt-BR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90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022C0C6B-A957-4077-8F10-561143CF8728}"/>
              </a:ext>
            </a:extLst>
          </p:cNvPr>
          <p:cNvSpPr txBox="1">
            <a:spLocks/>
          </p:cNvSpPr>
          <p:nvPr/>
        </p:nvSpPr>
        <p:spPr>
          <a:xfrm>
            <a:off x="4451116" y="374456"/>
            <a:ext cx="328976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return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D91DC5-A6F6-41E3-B4AD-476822DEF061}"/>
              </a:ext>
            </a:extLst>
          </p:cNvPr>
          <p:cNvSpPr txBox="1"/>
          <p:nvPr/>
        </p:nvSpPr>
        <p:spPr>
          <a:xfrm>
            <a:off x="2259622" y="1874728"/>
            <a:ext cx="875713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+ b;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Это выполним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 = </a:t>
            </a:r>
            <a:r>
              <a:rPr lang="ru-RU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Сюда НИКОГДА не попадем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Сюда тоже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Сюда тем более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0F5C6B-194B-4B59-8EA4-0D31522705CB}"/>
              </a:ext>
            </a:extLst>
          </p:cNvPr>
          <p:cNvSpPr txBox="1"/>
          <p:nvPr/>
        </p:nvSpPr>
        <p:spPr>
          <a:xfrm>
            <a:off x="366343" y="5437122"/>
            <a:ext cx="11591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Самостоятельно</a:t>
            </a:r>
            <a:r>
              <a:rPr lang="ru-RU" dirty="0"/>
              <a:t>: Написать простой калькулятор для двух чисел и знака операции, введенных с клавиатуры. Каждая операция `+`, `-`, `*`, `/` и т.д. - отдельная функция. </a:t>
            </a:r>
            <a:r>
              <a:rPr lang="ru-RU" b="1" dirty="0"/>
              <a:t>Опционально</a:t>
            </a:r>
            <a:r>
              <a:rPr lang="ru-RU" dirty="0"/>
              <a:t>: использовать </a:t>
            </a:r>
            <a:r>
              <a:rPr lang="ru-RU" b="1" dirty="0" err="1"/>
              <a:t>switch-case</a:t>
            </a:r>
            <a:r>
              <a:rPr lang="ru-RU" dirty="0"/>
              <a:t> для выбора функции. </a:t>
            </a:r>
          </a:p>
          <a:p>
            <a:r>
              <a:rPr lang="ru-RU" dirty="0"/>
              <a:t>Используйте подобный формат в </a:t>
            </a:r>
            <a:r>
              <a:rPr lang="en-US" dirty="0" err="1"/>
              <a:t>scanf</a:t>
            </a:r>
            <a:r>
              <a:rPr lang="en-US" dirty="0"/>
              <a:t>():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d%c%d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573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022C0C6B-A957-4077-8F10-561143CF8728}"/>
              </a:ext>
            </a:extLst>
          </p:cNvPr>
          <p:cNvSpPr txBox="1">
            <a:spLocks/>
          </p:cNvSpPr>
          <p:nvPr/>
        </p:nvSpPr>
        <p:spPr>
          <a:xfrm>
            <a:off x="4451116" y="374456"/>
            <a:ext cx="328976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Void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04007-FB57-4462-A86F-D9B76FB6D5EE}"/>
              </a:ext>
            </a:extLst>
          </p:cNvPr>
          <p:cNvSpPr txBox="1"/>
          <p:nvPr/>
        </p:nvSpPr>
        <p:spPr>
          <a:xfrm>
            <a:off x="2539507" y="1736331"/>
            <a:ext cx="730640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meow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n;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"meow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return </a:t>
            </a:r>
            <a:r>
              <a:rPr lang="ru-RU" sz="2400" dirty="0">
                <a:solidFill>
                  <a:srgbClr val="6A9955"/>
                </a:solidFill>
                <a:latin typeface="Consolas" panose="020B0609020204030204" pitchFamily="49" charset="0"/>
              </a:rPr>
              <a:t>здесь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не обязателен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…</a:t>
            </a:r>
          </a:p>
          <a:p>
            <a:r>
              <a:rPr lang="ru-RU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meow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мяукает 5 раз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…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79EB55-C3A5-41E3-8F05-2D8C0D4AC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84" y="4590408"/>
            <a:ext cx="2687515" cy="226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02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70DC8ED-4486-4900-AC7B-C56D45A4236F}"/>
              </a:ext>
            </a:extLst>
          </p:cNvPr>
          <p:cNvSpPr txBox="1"/>
          <p:nvPr/>
        </p:nvSpPr>
        <p:spPr>
          <a:xfrm>
            <a:off x="720969" y="2447569"/>
            <a:ext cx="112123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/>
              <a:t>Определение (</a:t>
            </a:r>
            <a:r>
              <a:rPr lang="ru-RU" sz="2400" b="1" dirty="0" err="1"/>
              <a:t>definition</a:t>
            </a:r>
            <a:r>
              <a:rPr lang="ru-RU" sz="2400" b="1" dirty="0"/>
              <a:t>)</a:t>
            </a:r>
            <a:r>
              <a:rPr lang="ru-RU" sz="2400" dirty="0"/>
              <a:t> функции - определяем что делает функция, т.е. все то, что содержит имя функции и тело функции - есть уже определение.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1C206C-5EE1-43E8-842E-89004ED74DFD}"/>
              </a:ext>
            </a:extLst>
          </p:cNvPr>
          <p:cNvSpPr txBox="1"/>
          <p:nvPr/>
        </p:nvSpPr>
        <p:spPr>
          <a:xfrm>
            <a:off x="720968" y="5045994"/>
            <a:ext cx="1121238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Компилятор проверяет использование функций в исходном файле сверху вниз и если он найдет вызов функции раньше чем объявлена сама функция, то это может привести к неопределенному поведению программы. Компилятор в таких случаях делает </a:t>
            </a:r>
            <a:r>
              <a:rPr lang="ru-RU" sz="2000" b="1" dirty="0"/>
              <a:t>предупреждение</a:t>
            </a:r>
            <a:r>
              <a:rPr lang="ru-RU" sz="2000" dirty="0"/>
              <a:t> - </a:t>
            </a:r>
            <a:r>
              <a:rPr lang="ru-RU" sz="2000" b="1" dirty="0" err="1"/>
              <a:t>implicit</a:t>
            </a:r>
            <a:r>
              <a:rPr lang="ru-RU" sz="2000" b="1" dirty="0"/>
              <a:t> </a:t>
            </a:r>
            <a:r>
              <a:rPr lang="ru-RU" sz="2000" b="1" dirty="0" err="1"/>
              <a:t>declaration</a:t>
            </a:r>
            <a:r>
              <a:rPr lang="ru-RU" sz="2000" dirty="0"/>
              <a:t> (</a:t>
            </a:r>
            <a:r>
              <a:rPr lang="ru-RU" sz="2000" b="1" dirty="0"/>
              <a:t>неявное объявление</a:t>
            </a:r>
            <a:r>
              <a:rPr lang="ru-RU" sz="2000" dirty="0"/>
              <a:t>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01F914-CAAC-4F7B-A0F4-9D7FE115254E}"/>
              </a:ext>
            </a:extLst>
          </p:cNvPr>
          <p:cNvSpPr txBox="1"/>
          <p:nvPr/>
        </p:nvSpPr>
        <p:spPr>
          <a:xfrm>
            <a:off x="826476" y="3338045"/>
            <a:ext cx="1116073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{}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 есть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тело ф-</a:t>
            </a:r>
            <a:r>
              <a:rPr lang="ru-RU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ии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значит это определение ф-</a:t>
            </a:r>
            <a:r>
              <a:rPr lang="ru-RU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ии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+ b;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B9AF5D-8641-49A5-BA3E-80E9FA813260}"/>
              </a:ext>
            </a:extLst>
          </p:cNvPr>
          <p:cNvSpPr txBox="1"/>
          <p:nvPr/>
        </p:nvSpPr>
        <p:spPr>
          <a:xfrm>
            <a:off x="826476" y="1696370"/>
            <a:ext cx="99880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заголовок функции (прототип) 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EF4E2A-4D0C-41A1-A788-EC56AC8CA22B}"/>
              </a:ext>
            </a:extLst>
          </p:cNvPr>
          <p:cNvSpPr txBox="1"/>
          <p:nvPr/>
        </p:nvSpPr>
        <p:spPr>
          <a:xfrm>
            <a:off x="720969" y="776394"/>
            <a:ext cx="10456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/>
              <a:t>Объявление (</a:t>
            </a:r>
            <a:r>
              <a:rPr lang="ru-RU" sz="2400" b="1" dirty="0" err="1"/>
              <a:t>declaration</a:t>
            </a:r>
            <a:r>
              <a:rPr lang="ru-RU" sz="2400" b="1" dirty="0"/>
              <a:t>)</a:t>
            </a:r>
            <a:r>
              <a:rPr lang="ru-RU" sz="2400" dirty="0"/>
              <a:t> функции - сообщаем компилятору кратко какое имя у функции и какие типы данных.</a:t>
            </a:r>
          </a:p>
        </p:txBody>
      </p:sp>
    </p:spTree>
    <p:extLst>
      <p:ext uri="{BB962C8B-B14F-4D97-AF65-F5344CB8AC3E}">
        <p14:creationId xmlns:p14="http://schemas.microsoft.com/office/powerpoint/2010/main" val="4172850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90F745E-BCFA-40D4-8F7B-F5728A3A5862}"/>
              </a:ext>
            </a:extLst>
          </p:cNvPr>
          <p:cNvSpPr txBox="1"/>
          <p:nvPr/>
        </p:nvSpPr>
        <p:spPr>
          <a:xfrm>
            <a:off x="2783498" y="1459248"/>
            <a:ext cx="811896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woof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Объявление (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definiton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woof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Вызывается до определения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woof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Определение (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declaration)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n;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"meow</a:t>
            </a:r>
            <a:r>
              <a:rPr lang="en-US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454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022C0C6B-A957-4077-8F10-561143CF8728}"/>
              </a:ext>
            </a:extLst>
          </p:cNvPr>
          <p:cNvSpPr txBox="1">
            <a:spLocks/>
          </p:cNvSpPr>
          <p:nvPr/>
        </p:nvSpPr>
        <p:spPr>
          <a:xfrm>
            <a:off x="3255363" y="2124125"/>
            <a:ext cx="5431437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max(a, b)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F5F8B-07CD-4049-9F67-6E1636E08C43}"/>
              </a:ext>
            </a:extLst>
          </p:cNvPr>
          <p:cNvSpPr txBox="1"/>
          <p:nvPr/>
        </p:nvSpPr>
        <p:spPr>
          <a:xfrm>
            <a:off x="1735015" y="5000554"/>
            <a:ext cx="96070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*Используя тернарный оператор и </a:t>
            </a:r>
            <a:r>
              <a:rPr lang="ru-RU" sz="2800" dirty="0" err="1"/>
              <a:t>return</a:t>
            </a:r>
            <a:r>
              <a:rPr lang="ru-RU" sz="2800" dirty="0"/>
              <a:t> упростить тело функции </a:t>
            </a:r>
            <a:r>
              <a:rPr lang="ru-RU" sz="2800" dirty="0" err="1"/>
              <a:t>max</a:t>
            </a:r>
            <a:r>
              <a:rPr lang="ru-RU" sz="2800" dirty="0"/>
              <a:t> до 1 строки</a:t>
            </a:r>
          </a:p>
        </p:txBody>
      </p:sp>
    </p:spTree>
    <p:extLst>
      <p:ext uri="{BB962C8B-B14F-4D97-AF65-F5344CB8AC3E}">
        <p14:creationId xmlns:p14="http://schemas.microsoft.com/office/powerpoint/2010/main" val="3197455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49894CF-59A0-409E-B105-2D3A56049446}"/>
              </a:ext>
            </a:extLst>
          </p:cNvPr>
          <p:cNvSpPr txBox="1"/>
          <p:nvPr/>
        </p:nvSpPr>
        <p:spPr>
          <a:xfrm>
            <a:off x="1237516" y="758289"/>
            <a:ext cx="101221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Предикаты</a:t>
            </a:r>
            <a:r>
              <a:rPr lang="ru-RU" sz="2800" dirty="0"/>
              <a:t> — это выражения или утверждения, которые могут быть либо истинными, либо ложными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CF6CC8-3934-4364-A0A2-9112E4B1E4E0}"/>
              </a:ext>
            </a:extLst>
          </p:cNvPr>
          <p:cNvSpPr txBox="1"/>
          <p:nvPr/>
        </p:nvSpPr>
        <p:spPr>
          <a:xfrm>
            <a:off x="4116997" y="2171672"/>
            <a:ext cx="43631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3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0A529D-40A6-44DC-AF53-CBA88EAC3D67}"/>
              </a:ext>
            </a:extLst>
          </p:cNvPr>
          <p:cNvSpPr txBox="1"/>
          <p:nvPr/>
        </p:nvSpPr>
        <p:spPr>
          <a:xfrm>
            <a:off x="844062" y="4455273"/>
            <a:ext cx="32729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isBusy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BC3F5E-E327-48CC-9B69-744B3A1C4881}"/>
              </a:ext>
            </a:extLst>
          </p:cNvPr>
          <p:cNvSpPr txBox="1"/>
          <p:nvPr/>
        </p:nvSpPr>
        <p:spPr>
          <a:xfrm>
            <a:off x="4621455" y="4373855"/>
            <a:ext cx="31557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isValid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 do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smth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92E3E9-683A-481F-8BA9-81EF5784596E}"/>
              </a:ext>
            </a:extLst>
          </p:cNvPr>
          <p:cNvSpPr txBox="1"/>
          <p:nvPr/>
        </p:nvSpPr>
        <p:spPr>
          <a:xfrm>
            <a:off x="8281621" y="4373855"/>
            <a:ext cx="33066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823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43667E-C964-435F-92CD-482DE8C16A62}"/>
              </a:ext>
            </a:extLst>
          </p:cNvPr>
          <p:cNvSpPr txBox="1"/>
          <p:nvPr/>
        </p:nvSpPr>
        <p:spPr>
          <a:xfrm>
            <a:off x="1694719" y="3305798"/>
            <a:ext cx="34839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setName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setGenre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747C06-0E32-49CE-A752-9B0ED26DD2A5}"/>
              </a:ext>
            </a:extLst>
          </p:cNvPr>
          <p:cNvSpPr txBox="1"/>
          <p:nvPr/>
        </p:nvSpPr>
        <p:spPr>
          <a:xfrm>
            <a:off x="573332" y="1468288"/>
            <a:ext cx="110453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/>
              <a:t>Сеттеры/геттеры </a:t>
            </a:r>
            <a:r>
              <a:rPr lang="ru-RU" sz="3600" dirty="0"/>
              <a:t>для </a:t>
            </a:r>
            <a:r>
              <a:rPr lang="ru-RU" sz="3600" b="1" dirty="0"/>
              <a:t>установки/получений</a:t>
            </a:r>
            <a:r>
              <a:rPr lang="ru-RU" sz="3600" dirty="0"/>
              <a:t> значений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466FB9-B5FB-4567-BBD1-2F69A259FCD8}"/>
              </a:ext>
            </a:extLst>
          </p:cNvPr>
          <p:cNvSpPr txBox="1"/>
          <p:nvPr/>
        </p:nvSpPr>
        <p:spPr>
          <a:xfrm>
            <a:off x="6785464" y="3305798"/>
            <a:ext cx="44774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getTimeOfDay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74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813CAB2-2AD3-CBC2-8DE8-2FF5AB76B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4708" y="732353"/>
            <a:ext cx="2503404" cy="927688"/>
          </a:xfrm>
        </p:spPr>
        <p:txBody>
          <a:bodyPr/>
          <a:lstStyle/>
          <a:p>
            <a:r>
              <a:rPr lang="en-US" dirty="0" err="1"/>
              <a:t>Github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EE967-943B-407F-8E78-2668FBEBC15D}"/>
              </a:ext>
            </a:extLst>
          </p:cNvPr>
          <p:cNvSpPr txBox="1"/>
          <p:nvPr/>
        </p:nvSpPr>
        <p:spPr>
          <a:xfrm>
            <a:off x="3105916" y="1867461"/>
            <a:ext cx="6520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https://github.com/kruffka/C-Programming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C39865-32C8-4030-B9E2-D7A9C2147A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165" y="2648638"/>
            <a:ext cx="3244512" cy="324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2323</TotalTime>
  <Words>838</Words>
  <Application>Microsoft Office PowerPoint</Application>
  <PresentationFormat>Широкоэкранный</PresentationFormat>
  <Paragraphs>113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Times New Roman</vt:lpstr>
      <vt:lpstr>Office Theme</vt:lpstr>
      <vt:lpstr>C Programming  3_functions_p1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Veyler</dc:creator>
  <cp:lastModifiedBy>Andrey Veyler</cp:lastModifiedBy>
  <cp:revision>430</cp:revision>
  <dcterms:created xsi:type="dcterms:W3CDTF">2019-12-17T14:15:21Z</dcterms:created>
  <dcterms:modified xsi:type="dcterms:W3CDTF">2026-09-22T08:31:17Z</dcterms:modified>
</cp:coreProperties>
</file>