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89" r:id="rId3"/>
    <p:sldId id="285" r:id="rId4"/>
    <p:sldId id="306" r:id="rId5"/>
    <p:sldId id="307" r:id="rId6"/>
    <p:sldId id="286" r:id="rId7"/>
    <p:sldId id="287" r:id="rId8"/>
    <p:sldId id="299" r:id="rId9"/>
    <p:sldId id="308" r:id="rId10"/>
    <p:sldId id="298" r:id="rId11"/>
    <p:sldId id="309" r:id="rId12"/>
    <p:sldId id="311" r:id="rId13"/>
    <p:sldId id="312" r:id="rId14"/>
    <p:sldId id="313" r:id="rId15"/>
    <p:sldId id="315" r:id="rId16"/>
    <p:sldId id="316" r:id="rId17"/>
    <p:sldId id="317" r:id="rId18"/>
    <p:sldId id="318" r:id="rId19"/>
    <p:sldId id="319" r:id="rId20"/>
    <p:sldId id="321" r:id="rId21"/>
    <p:sldId id="290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0" autoAdjust="0"/>
  </p:normalViewPr>
  <p:slideViewPr>
    <p:cSldViewPr snapToGrid="0">
      <p:cViewPr varScale="1">
        <p:scale>
          <a:sx n="92" d="100"/>
          <a:sy n="92" d="100"/>
        </p:scale>
        <p:origin x="576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2107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0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7882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285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960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92017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1687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829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42203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990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8732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60124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0042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920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3167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7124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1035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84359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8723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01.10.2025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5_arrays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373551" y="565840"/>
            <a:ext cx="5444897" cy="9896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Average score?</a:t>
            </a:r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8EDF93-7467-4E58-8C98-1F6C286D5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797122"/>
              </p:ext>
            </p:extLst>
          </p:nvPr>
        </p:nvGraphicFramePr>
        <p:xfrm>
          <a:off x="3145501" y="3265716"/>
          <a:ext cx="5895976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195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1177291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C874585-C7FF-45BC-BF39-2E03AD9776DD}"/>
              </a:ext>
            </a:extLst>
          </p:cNvPr>
          <p:cNvSpPr txBox="1"/>
          <p:nvPr/>
        </p:nvSpPr>
        <p:spPr>
          <a:xfrm>
            <a:off x="4457752" y="2804051"/>
            <a:ext cx="3409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score1     score2      score3</a:t>
            </a:r>
            <a:endParaRPr lang="ru-RU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A1B44-E38A-484C-A771-5B6838396CB0}"/>
              </a:ext>
            </a:extLst>
          </p:cNvPr>
          <p:cNvSpPr txBox="1"/>
          <p:nvPr/>
        </p:nvSpPr>
        <p:spPr>
          <a:xfrm>
            <a:off x="4457752" y="3931524"/>
            <a:ext cx="329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Паша</a:t>
            </a:r>
            <a:r>
              <a:rPr lang="en-US" sz="2400" dirty="0"/>
              <a:t>     </a:t>
            </a:r>
            <a:r>
              <a:rPr lang="ru-RU" sz="2400" dirty="0"/>
              <a:t>  Маша</a:t>
            </a:r>
            <a:r>
              <a:rPr lang="en-US" sz="2400" dirty="0"/>
              <a:t>      </a:t>
            </a:r>
            <a:r>
              <a:rPr lang="ru-RU" sz="2400" dirty="0"/>
              <a:t>Даша</a:t>
            </a:r>
          </a:p>
        </p:txBody>
      </p:sp>
    </p:spTree>
    <p:extLst>
      <p:ext uri="{BB962C8B-B14F-4D97-AF65-F5344CB8AC3E}">
        <p14:creationId xmlns:p14="http://schemas.microsoft.com/office/powerpoint/2010/main" val="1936855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1938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Arrays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6C6242-349F-4DEF-B29F-D1B55C2F5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4344" y="3642705"/>
            <a:ext cx="2677656" cy="26776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E967A3-EB9B-4772-8A6F-9F23FEC66B48}"/>
              </a:ext>
            </a:extLst>
          </p:cNvPr>
          <p:cNvSpPr txBox="1"/>
          <p:nvPr/>
        </p:nvSpPr>
        <p:spPr>
          <a:xfrm>
            <a:off x="989409" y="1208588"/>
            <a:ext cx="1051202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используются для хранения нескольких значений в одной переменной вместо объявления отдельных переменных для каждого значения.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переменная - это коробка со значением, то массив - это шкаф с этими коробками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8D4524-799F-43E1-B8E8-E160598C4AA1}"/>
              </a:ext>
            </a:extLst>
          </p:cNvPr>
          <p:cNvSpPr txBox="1"/>
          <p:nvPr/>
        </p:nvSpPr>
        <p:spPr>
          <a:xfrm>
            <a:off x="989409" y="4195361"/>
            <a:ext cx="875466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во многих ЯП (в том числе Си) умеют хранить значения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одного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типа данных, т.е. один массив не может хранить сразу и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целые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вещественные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типы данных</a:t>
            </a:r>
          </a:p>
        </p:txBody>
      </p:sp>
    </p:spTree>
    <p:extLst>
      <p:ext uri="{BB962C8B-B14F-4D97-AF65-F5344CB8AC3E}">
        <p14:creationId xmlns:p14="http://schemas.microsoft.com/office/powerpoint/2010/main" val="1071959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Arrays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1C49727-06C1-4034-9EBC-AB23EA1ED5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0433404"/>
              </p:ext>
            </p:extLst>
          </p:nvPr>
        </p:nvGraphicFramePr>
        <p:xfrm>
          <a:off x="3562349" y="3699104"/>
          <a:ext cx="5895976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195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1177291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F32A1DF-7197-4725-9750-20E2F39C8C4A}"/>
              </a:ext>
            </a:extLst>
          </p:cNvPr>
          <p:cNvSpPr txBox="1"/>
          <p:nvPr/>
        </p:nvSpPr>
        <p:spPr>
          <a:xfrm>
            <a:off x="2352675" y="1805678"/>
            <a:ext cx="82500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fr-F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[0]     [1]     [2]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0357C7-8D59-409D-B585-83E0D2E6F05B}"/>
              </a:ext>
            </a:extLst>
          </p:cNvPr>
          <p:cNvSpPr txBox="1"/>
          <p:nvPr/>
        </p:nvSpPr>
        <p:spPr>
          <a:xfrm>
            <a:off x="4895849" y="4452183"/>
            <a:ext cx="36612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200    204     208                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97631A-3C5E-4C47-ADAF-474D009BAA5A}"/>
              </a:ext>
            </a:extLst>
          </p:cNvPr>
          <p:cNvSpPr txBox="1"/>
          <p:nvPr/>
        </p:nvSpPr>
        <p:spPr>
          <a:xfrm>
            <a:off x="2352675" y="3699103"/>
            <a:ext cx="1476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7C466-47C5-4A17-B6E4-D5DDE23BE5C7}"/>
              </a:ext>
            </a:extLst>
          </p:cNvPr>
          <p:cNvSpPr txBox="1"/>
          <p:nvPr/>
        </p:nvSpPr>
        <p:spPr>
          <a:xfrm>
            <a:off x="2352675" y="4452183"/>
            <a:ext cx="1800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F920B1-A4B2-4784-8D4F-7BFD9C789AB5}"/>
              </a:ext>
            </a:extLst>
          </p:cNvPr>
          <p:cNvSpPr txBox="1"/>
          <p:nvPr/>
        </p:nvSpPr>
        <p:spPr>
          <a:xfrm>
            <a:off x="211503" y="5587236"/>
            <a:ext cx="120233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в C/C++, Python, Java, Go и многих других ЯП индексируются с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Исключения, где массивы начинаются с индекса 1: MATLAB,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lua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R,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Julia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9135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E2F26AA-FD4F-4145-BA97-4DEA89F2186E}"/>
              </a:ext>
            </a:extLst>
          </p:cNvPr>
          <p:cNvSpPr txBox="1"/>
          <p:nvPr/>
        </p:nvSpPr>
        <p:spPr>
          <a:xfrm>
            <a:off x="2108299" y="1997839"/>
            <a:ext cx="79754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"Scores: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406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EFBB6C5-F199-4ED5-8C84-0016B46D921F}"/>
              </a:ext>
            </a:extLst>
          </p:cNvPr>
          <p:cNvSpPr txBox="1"/>
          <p:nvPr/>
        </p:nvSpPr>
        <p:spPr>
          <a:xfrm>
            <a:off x="2377379" y="1443841"/>
            <a:ext cx="743724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02270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D4E7EFE-F88B-4B6A-BBD5-99B24D4F48D2}"/>
              </a:ext>
            </a:extLst>
          </p:cNvPr>
          <p:cNvSpPr txBox="1"/>
          <p:nvPr/>
        </p:nvSpPr>
        <p:spPr>
          <a:xfrm>
            <a:off x="2618536" y="814574"/>
            <a:ext cx="729961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 = a;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Error,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segfault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Ok, possible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segfault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9C3B6A-A057-4D93-BB7A-62CE463F5CC7}"/>
              </a:ext>
            </a:extLst>
          </p:cNvPr>
          <p:cNvSpPr txBox="1"/>
          <p:nvPr/>
        </p:nvSpPr>
        <p:spPr>
          <a:xfrm>
            <a:off x="344686" y="5424426"/>
            <a:ext cx="118473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egmentation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fault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ошибка во время выполнения программы, когда программа попыталась обратиться к памяти, к которой доступ не разрешен.</a:t>
            </a:r>
          </a:p>
        </p:txBody>
      </p:sp>
    </p:spTree>
    <p:extLst>
      <p:ext uri="{BB962C8B-B14F-4D97-AF65-F5344CB8AC3E}">
        <p14:creationId xmlns:p14="http://schemas.microsoft.com/office/powerpoint/2010/main" val="3740427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 size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32A1DF-7197-4725-9750-20E2F39C8C4A}"/>
              </a:ext>
            </a:extLst>
          </p:cNvPr>
          <p:cNvSpPr txBox="1"/>
          <p:nvPr/>
        </p:nvSpPr>
        <p:spPr>
          <a:xfrm>
            <a:off x="987136" y="2951946"/>
            <a:ext cx="107649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3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элемента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array_size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(m) / </a:t>
            </a:r>
            <a:r>
              <a:rPr lang="en-US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12/4=3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7618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Delete/insert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430B26-B248-4FB5-98D3-5730EE71F6C7}"/>
              </a:ext>
            </a:extLst>
          </p:cNvPr>
          <p:cNvSpPr txBox="1"/>
          <p:nvPr/>
        </p:nvSpPr>
        <p:spPr>
          <a:xfrm>
            <a:off x="1161616" y="2397948"/>
            <a:ext cx="98687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В "обычном" массиве нельзя удалить элемент и уменьшить/увеличить размер самого массива. Такое можно будет делать с </a:t>
            </a:r>
            <a:r>
              <a:rPr lang="ru-RU" sz="3200" b="1" dirty="0"/>
              <a:t>динамическими массивами</a:t>
            </a:r>
            <a:r>
              <a:rPr lang="ru-RU" sz="3200" dirty="0"/>
              <a:t>, скоро их посмотрим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678486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8A0727-1C7E-4B94-A7B1-3E57B599AB73}"/>
              </a:ext>
            </a:extLst>
          </p:cNvPr>
          <p:cNvSpPr txBox="1"/>
          <p:nvPr/>
        </p:nvSpPr>
        <p:spPr>
          <a:xfrm>
            <a:off x="1140745" y="1874728"/>
            <a:ext cx="991051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nn-NO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nn-NO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 &lt; n; i++)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"array[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nn-NO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i,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35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420BDBE-C0EC-46DA-A234-8F58435F0BF2}"/>
              </a:ext>
            </a:extLst>
          </p:cNvPr>
          <p:cNvSpPr txBox="1"/>
          <p:nvPr/>
        </p:nvSpPr>
        <p:spPr>
          <a:xfrm>
            <a:off x="1146029" y="2151727"/>
            <a:ext cx="989994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 = {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(N, scores);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fr-FR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[M] = {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(M, array);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2844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Random numbers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C67EDD-74E6-4090-833D-C9D5A534E1CE}"/>
              </a:ext>
            </a:extLst>
          </p:cNvPr>
          <p:cNvSpPr txBox="1"/>
          <p:nvPr/>
        </p:nvSpPr>
        <p:spPr>
          <a:xfrm>
            <a:off x="3048865" y="2551837"/>
            <a:ext cx="60942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3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random = </a:t>
            </a: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BAA43-2BF9-431E-AA12-CD336AD89460}"/>
              </a:ext>
            </a:extLst>
          </p:cNvPr>
          <p:cNvSpPr txBox="1"/>
          <p:nvPr/>
        </p:nvSpPr>
        <p:spPr>
          <a:xfrm>
            <a:off x="465425" y="5042048"/>
            <a:ext cx="112611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что возвращает случайное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целое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число (целое в диапазоне от 0 до RAND_MAX, где RAND_MAX - определен в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stdlib.h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31039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Random numbers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F6CE52-100B-4F81-938E-6DE3E5A05F91}"/>
              </a:ext>
            </a:extLst>
          </p:cNvPr>
          <p:cNvSpPr txBox="1"/>
          <p:nvPr/>
        </p:nvSpPr>
        <p:spPr>
          <a:xfrm>
            <a:off x="692726" y="2358737"/>
            <a:ext cx="1080654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seed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(семя) для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псевдорандома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Seed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некоторое число, что каким-то образом влияет на формулу случайных чисел         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возвращающая кол-во секунд прошедших с 00:00:00 UTC, 1 Января, 1970 года, называется - Unix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временная метка).            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977A2-B459-442D-AE90-5AEF2CA2F5A6}"/>
              </a:ext>
            </a:extLst>
          </p:cNvPr>
          <p:cNvSpPr txBox="1"/>
          <p:nvPr/>
        </p:nvSpPr>
        <p:spPr>
          <a:xfrm>
            <a:off x="4252911" y="5728938"/>
            <a:ext cx="3686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https://www.unixtimestamp.com/ </a:t>
            </a:r>
          </a:p>
        </p:txBody>
      </p:sp>
    </p:spTree>
    <p:extLst>
      <p:ext uri="{BB962C8B-B14F-4D97-AF65-F5344CB8AC3E}">
        <p14:creationId xmlns:p14="http://schemas.microsoft.com/office/powerpoint/2010/main" val="1059099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6F6CE52-100B-4F81-938E-6DE3E5A05F91}"/>
              </a:ext>
            </a:extLst>
          </p:cNvPr>
          <p:cNvSpPr txBox="1"/>
          <p:nvPr/>
        </p:nvSpPr>
        <p:spPr>
          <a:xfrm>
            <a:off x="1118754" y="2305615"/>
            <a:ext cx="99544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srand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достаточно сделать 1 раз</a:t>
            </a:r>
          </a:p>
          <a:p>
            <a:endParaRPr lang="ru-RU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"Unix timestamp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endParaRPr lang="ru-RU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"Random [0..99]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%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8F2334-4467-4F4D-9C2D-8F8BBB89039A}"/>
              </a:ext>
            </a:extLst>
          </p:cNvPr>
          <p:cNvSpPr txBox="1"/>
          <p:nvPr/>
        </p:nvSpPr>
        <p:spPr>
          <a:xfrm>
            <a:off x="270811" y="5835225"/>
            <a:ext cx="11650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Самостоятельно:</a:t>
            </a:r>
            <a:r>
              <a:rPr lang="ru-RU" dirty="0"/>
              <a:t> заполнить массив размером N случайными числами от 0 до 999 и найти в нем минимальный элемент - вывести его на экран            </a:t>
            </a:r>
          </a:p>
        </p:txBody>
      </p:sp>
    </p:spTree>
    <p:extLst>
      <p:ext uri="{BB962C8B-B14F-4D97-AF65-F5344CB8AC3E}">
        <p14:creationId xmlns:p14="http://schemas.microsoft.com/office/powerpoint/2010/main" val="3971628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Complex Numbers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E84824E-BF54-4DAC-8F81-3E6299D69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35" y="1680728"/>
            <a:ext cx="7215195" cy="360759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2893D7-7BF0-428B-B62B-07D06D9C408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5227" r="27546"/>
          <a:stretch/>
        </p:blipFill>
        <p:spPr>
          <a:xfrm>
            <a:off x="8206896" y="1670982"/>
            <a:ext cx="3407542" cy="360759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4732C14-43E7-42E5-9D85-6EC8EED6119F}"/>
              </a:ext>
            </a:extLst>
          </p:cNvPr>
          <p:cNvSpPr txBox="1"/>
          <p:nvPr/>
        </p:nvSpPr>
        <p:spPr>
          <a:xfrm>
            <a:off x="716972" y="5667419"/>
            <a:ext cx="11250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Комплексное число </a:t>
            </a:r>
            <a:r>
              <a:rPr lang="ru-RU" dirty="0"/>
              <a:t>– выражение вида a + </a:t>
            </a:r>
            <a:r>
              <a:rPr lang="ru-RU" dirty="0" err="1"/>
              <a:t>bi</a:t>
            </a:r>
            <a:r>
              <a:rPr lang="ru-RU" dirty="0"/>
              <a:t>, где a и b некоторые целые либо вещественные числа, а i это корень из -1.</a:t>
            </a:r>
          </a:p>
        </p:txBody>
      </p:sp>
    </p:spTree>
    <p:extLst>
      <p:ext uri="{BB962C8B-B14F-4D97-AF65-F5344CB8AC3E}">
        <p14:creationId xmlns:p14="http://schemas.microsoft.com/office/powerpoint/2010/main" val="5982371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1EEC80F-B909-48C3-A0D3-2B038285C3F1}"/>
              </a:ext>
            </a:extLst>
          </p:cNvPr>
          <p:cNvSpPr txBox="1"/>
          <p:nvPr/>
        </p:nvSpPr>
        <p:spPr>
          <a:xfrm>
            <a:off x="698787" y="845790"/>
            <a:ext cx="11126066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представить комплексное число и положить его в компьютер? 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комплексное число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создают из двух чисел – a и b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пропускается. Соответственно массив из 3 комплексных чисел есть массив из 6 обычных чисел. И тогда числа под четными индексами — это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реальная часть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комплексного числа, а нечетные индексы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мнимая часть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9F015-93C6-40E8-8AD5-BA5861DF5745}"/>
              </a:ext>
            </a:extLst>
          </p:cNvPr>
          <p:cNvSpPr txBox="1"/>
          <p:nvPr/>
        </p:nvSpPr>
        <p:spPr>
          <a:xfrm>
            <a:off x="2589933" y="4447546"/>
            <a:ext cx="753081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[RE0, IM0, RE1, IM1, RE2, IM2],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 – Real (реальная часть),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 –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imaginary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мнимая часть).</a:t>
            </a:r>
          </a:p>
        </p:txBody>
      </p:sp>
    </p:spTree>
    <p:extLst>
      <p:ext uri="{BB962C8B-B14F-4D97-AF65-F5344CB8AC3E}">
        <p14:creationId xmlns:p14="http://schemas.microsoft.com/office/powerpoint/2010/main" val="798858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31A9CB-C349-45FD-9071-14AC8A0A94B7}"/>
              </a:ext>
            </a:extLst>
          </p:cNvPr>
          <p:cNvSpPr txBox="1"/>
          <p:nvPr/>
        </p:nvSpPr>
        <p:spPr>
          <a:xfrm>
            <a:off x="410105" y="877853"/>
            <a:ext cx="113717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Так, например, наши с вами телефоны из воздуха достают большие массивы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комплексных чисел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когда работают с беспроводными сетями типа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-Fi или 4G, 5G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Эти комплексные числа образуют различные "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созвездия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которые затем преобразуются в более понятные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анные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 `0` и `1` 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AF32C1F-6388-4BC6-8E9D-E370681BC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287" y="3071330"/>
            <a:ext cx="9081426" cy="349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008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C6A0A6D-CABF-4FDD-9BE0-6AEBF7DB8D48}"/>
              </a:ext>
            </a:extLst>
          </p:cNvPr>
          <p:cNvSpPr txBox="1"/>
          <p:nvPr/>
        </p:nvSpPr>
        <p:spPr>
          <a:xfrm>
            <a:off x="948170" y="2509088"/>
            <a:ext cx="102956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 нам из воздуха пришло 10 комплексных целых чисел, где реальная и мнимая части занимают по 16 бит, как мы можем упаковать их в массив?          </a:t>
            </a:r>
          </a:p>
        </p:txBody>
      </p:sp>
    </p:spTree>
    <p:extLst>
      <p:ext uri="{BB962C8B-B14F-4D97-AF65-F5344CB8AC3E}">
        <p14:creationId xmlns:p14="http://schemas.microsoft.com/office/powerpoint/2010/main" val="370638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9FA1554-9E87-4ADB-AB04-01E05815F574}"/>
              </a:ext>
            </a:extLst>
          </p:cNvPr>
          <p:cNvSpPr txBox="1"/>
          <p:nvPr/>
        </p:nvSpPr>
        <p:spPr>
          <a:xfrm>
            <a:off x="740352" y="1131187"/>
            <a:ext cx="60942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7F88B8-0548-439A-9E05-1F65DA30B035}"/>
              </a:ext>
            </a:extLst>
          </p:cNvPr>
          <p:cNvSpPr txBox="1"/>
          <p:nvPr/>
        </p:nvSpPr>
        <p:spPr>
          <a:xfrm>
            <a:off x="740352" y="1815782"/>
            <a:ext cx="762433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четный_индекс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реальная часть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нечетный_индекс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мнимая часть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78724E-B9D3-45B6-BD27-AFDDE59924FE}"/>
              </a:ext>
            </a:extLst>
          </p:cNvPr>
          <p:cNvSpPr txBox="1"/>
          <p:nvPr/>
        </p:nvSpPr>
        <p:spPr>
          <a:xfrm>
            <a:off x="3691371" y="4041944"/>
            <a:ext cx="37874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9F6A71-2008-43B9-997B-446A344A2F50}"/>
              </a:ext>
            </a:extLst>
          </p:cNvPr>
          <p:cNvSpPr txBox="1"/>
          <p:nvPr/>
        </p:nvSpPr>
        <p:spPr>
          <a:xfrm>
            <a:off x="3787486" y="4565164"/>
            <a:ext cx="797762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комплексное число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&amp; 0xffff)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реальная часть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&gt;&gt; 16) &amp; 0xffff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мнимая часть</a:t>
            </a:r>
          </a:p>
        </p:txBody>
      </p:sp>
    </p:spTree>
    <p:extLst>
      <p:ext uri="{BB962C8B-B14F-4D97-AF65-F5344CB8AC3E}">
        <p14:creationId xmlns:p14="http://schemas.microsoft.com/office/powerpoint/2010/main" val="2799131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Time to sort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92B96E-D5E2-498E-BC0B-5F694DC23C3F}"/>
              </a:ext>
            </a:extLst>
          </p:cNvPr>
          <p:cNvSpPr txBox="1"/>
          <p:nvPr/>
        </p:nvSpPr>
        <p:spPr>
          <a:xfrm>
            <a:off x="5271221" y="3075057"/>
            <a:ext cx="16495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TODO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3080733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2174</TotalTime>
  <Words>1044</Words>
  <Application>Microsoft Office PowerPoint</Application>
  <PresentationFormat>Широкоэкранный</PresentationFormat>
  <Paragraphs>118</Paragraphs>
  <Slides>21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Times New Roman</vt:lpstr>
      <vt:lpstr>Office Theme</vt:lpstr>
      <vt:lpstr>C Programming 5_arrays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506</cp:revision>
  <dcterms:created xsi:type="dcterms:W3CDTF">2019-12-17T14:15:21Z</dcterms:created>
  <dcterms:modified xsi:type="dcterms:W3CDTF">2025-09-30T19:48:55Z</dcterms:modified>
</cp:coreProperties>
</file>